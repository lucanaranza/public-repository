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7" r:id="rId7"/>
    <p:sldId id="268" r:id="rId8"/>
    <p:sldId id="269" r:id="rId9"/>
    <p:sldId id="262" r:id="rId10"/>
    <p:sldId id="270" r:id="rId11"/>
    <p:sldId id="264" r:id="rId12"/>
    <p:sldId id="263" r:id="rId13"/>
    <p:sldId id="265" r:id="rId14"/>
    <p:sldId id="271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19BC3F-4372-9D47-E4AD-F76AD809F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A30EB45-4611-40D7-C8E8-F698E3664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8460E7-D38A-2799-A669-53B640D9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8AB2C3-BEF5-2B2F-9D2A-3D366EA35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2E3FD4-8CD7-BB23-BF4C-DB3A969A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120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F43A71-AE4A-C22C-1D3B-210793EB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43F8E8-08A6-5E8D-60DD-EDE84D5F4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5209C7-E3DD-7B78-CD80-292409D8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037475-C0C5-895A-65C8-AAC28423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A6F8A2-8D73-4CC4-3314-A770A55A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733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572253-A0C2-E93F-B04C-FD90CC46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519E1D-B775-0498-9D71-B411D7612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9B0DB45-24CF-98F2-AA63-2E982A1EF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1393A2C-F14E-A14A-47A2-EDA31067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904C1E-3839-F2CC-D143-4C2E22B2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78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FD1DFC-5E54-5BEA-98CC-31FBC6C42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03717B-DF07-7519-FE81-80D1FA7BF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1688C0F-3AB5-2AAD-CE4E-20977DD05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FB8DDD1-A13D-75E8-D597-27C4AABA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956540A-990B-50A4-5488-2723A91BA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86D023E-B2B8-50C6-EEED-568A0A30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780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E5E67F-7763-EDFD-B6EB-B3EC9C178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333C9E-2D2A-A4BD-98F1-9AF60C032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C04794A-50F8-3252-AD03-8C8ECCA6A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37550AA-65C2-35C9-EEB4-0028B6EE7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CE66BBC-0570-BEEA-C493-E386D77F7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836ADF-1D47-095D-B0B1-1AA270F7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A78C92A-0E22-4799-D47F-5728FD484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9E1301A-70CA-FEB0-002D-B9D8AAC4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140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C91B2A-77F2-DF75-8B91-1CFE9B2E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51C54A8-B5F0-8B7C-8DB4-9418E5C6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3BB4A83-EBB3-52A3-4194-35067069B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66BB258-B524-3B2C-BEE6-1D003BAE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901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CF2EDD2-9578-2C4A-0971-C9954E59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E8F7E0A-DD0A-A6CD-0938-BDC01DAEB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7916A5-615A-7246-C6BE-A968AE18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722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CA8655-09FD-9D60-A019-9F7723D0C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C2EA08-47D9-9A72-393E-EFF97B11F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5316BC0-0F68-E0CC-1B52-7AEFCEFB7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C7EAA4A-2F5F-A23B-7847-3D2DA399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69A62CD-CDDD-6228-2C43-51588471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E0A915B-CF84-B191-5C86-9A34060C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895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18843A-9A2D-39CC-A0C8-A8CC1641D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9A50083-0200-2D61-BA9E-3EA740456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E99EF1C-0C50-A6AA-14DC-972B46298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2D5F1E2-F6C7-7E48-C568-8943C8F1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19607F9-4C64-B633-7775-ABA94D45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4CC267D-DBE9-D652-85BE-41F656CB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227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40CCD6-E0EC-A67B-5791-B3E5F3EB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F130F9B-307E-84FA-E185-27061D6AB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5189C6-E964-5BCE-A242-65AF6748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D63B63-19FC-0837-911F-689E72677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AF087B-2756-64A0-B41B-1515EAB82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852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42FE2A1-8EC9-C0B6-216E-AB2386FE3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D6CCF60-0778-7BC2-EE8B-CF81DE4A9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230377-BC57-3FAD-5DED-3E26689E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75091D-171E-031E-7353-4AE50D026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04B5F51-9C09-4D8F-C4C8-4C5293BD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3297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F3536D7-3834-7704-9F4D-6126CEA1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A955463-EAC0-DD2B-58BF-2BF2463F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412CFA-D1A6-FB00-7FEE-DCC0D0528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94E40-A777-469C-9681-40FA18CF6FE4}" type="datetimeFigureOut">
              <a:rPr lang="it-IT" smtClean="0"/>
              <a:t>05/01/2026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62FE4A-FCCA-5E4C-1160-325D227A9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6F077F-72A2-3FCB-B0D9-FCF8D985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54450-6E7A-4998-BCA9-C00CC2FC19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750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524A55-7536-FA6D-10D8-20014BBFFE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BVEC_II</a:t>
            </a:r>
            <a:br>
              <a:rPr lang="it-IT" dirty="0"/>
            </a:br>
            <a:r>
              <a:rPr lang="it-IT" dirty="0" err="1"/>
              <a:t>Underwater</a:t>
            </a:r>
            <a:r>
              <a:rPr lang="it-IT" dirty="0"/>
              <a:t> </a:t>
            </a:r>
            <a:r>
              <a:rPr lang="it-IT"/>
              <a:t>Image Analysis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2D8A42F-EB42-1014-9F4F-F5D37196B2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 err="1"/>
              <a:t>Overview</a:t>
            </a:r>
            <a:r>
              <a:rPr lang="it-IT" dirty="0"/>
              <a:t> of the project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Concept – Goals – </a:t>
            </a:r>
            <a:r>
              <a:rPr lang="it-IT" dirty="0" err="1"/>
              <a:t>Constraints</a:t>
            </a:r>
            <a:r>
              <a:rPr lang="it-IT" dirty="0"/>
              <a:t> &amp; </a:t>
            </a:r>
            <a:r>
              <a:rPr lang="it-IT" dirty="0" err="1"/>
              <a:t>Sizing</a:t>
            </a:r>
            <a:r>
              <a:rPr lang="it-IT" dirty="0"/>
              <a:t> - </a:t>
            </a:r>
            <a:r>
              <a:rPr lang="it-IT" dirty="0" err="1"/>
              <a:t>Requirements</a:t>
            </a:r>
            <a:r>
              <a:rPr lang="it-IT" dirty="0"/>
              <a:t> – System </a:t>
            </a:r>
            <a:r>
              <a:rPr lang="it-IT" dirty="0" err="1"/>
              <a:t>Architechture</a:t>
            </a:r>
            <a:r>
              <a:rPr lang="it-IT" dirty="0"/>
              <a:t> – Design </a:t>
            </a:r>
            <a:r>
              <a:rPr lang="it-IT" dirty="0" err="1"/>
              <a:t>Choices</a:t>
            </a:r>
            <a:r>
              <a:rPr lang="it-IT" dirty="0"/>
              <a:t> – Models -  </a:t>
            </a:r>
            <a:r>
              <a:rPr lang="it-IT" dirty="0" err="1"/>
              <a:t>Implementation</a:t>
            </a:r>
            <a:r>
              <a:rPr lang="it-IT" dirty="0"/>
              <a:t> – </a:t>
            </a:r>
            <a:r>
              <a:rPr lang="it-IT" dirty="0" err="1"/>
              <a:t>Results</a:t>
            </a:r>
            <a:r>
              <a:rPr lang="it-IT" dirty="0"/>
              <a:t> - Next</a:t>
            </a:r>
          </a:p>
        </p:txBody>
      </p:sp>
    </p:spTree>
    <p:extLst>
      <p:ext uri="{BB962C8B-B14F-4D97-AF65-F5344CB8AC3E}">
        <p14:creationId xmlns:p14="http://schemas.microsoft.com/office/powerpoint/2010/main" val="231941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F123825-1D21-EFFA-34C8-14EBB7C859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36154" y="1843950"/>
            <a:ext cx="751969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Concept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→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why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exists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Goals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→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success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means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Constraints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→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reality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allows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Requirements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→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must be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achieved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to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finalize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the goal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Architecture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→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how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the system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partitioned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Design </a:t>
            </a:r>
            <a:r>
              <a:rPr kumimoji="0" lang="it-IT" alt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choices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→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how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you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navigate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constraints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Models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→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how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you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predict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behavior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Implementation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→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how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you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built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it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Results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→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what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actually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happened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Next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→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how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you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improve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21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811110-6C61-0314-A3AB-58341E49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Concept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2D598D-31DF-B7C1-C26C-30B66DCE5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Bulletpoint</a:t>
            </a:r>
            <a:r>
              <a:rPr lang="it-IT" dirty="0"/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why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it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exists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1591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226C35-EEFB-67E6-C61A-9EB7D45F0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Goals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313FC3-05FC-D0F3-200D-A0420BF0C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Numbers </a:t>
            </a:r>
            <a:r>
              <a:rPr lang="it-IT" altLang="it-IT" dirty="0" err="1">
                <a:latin typeface="Bahnschrift" panose="020B0502040204020203" pitchFamily="34" charset="0"/>
              </a:rPr>
              <a:t>what</a:t>
            </a:r>
            <a:r>
              <a:rPr lang="it-IT" altLang="it-IT" dirty="0">
                <a:latin typeface="Bahnschrift" panose="020B0502040204020203" pitchFamily="34" charset="0"/>
              </a:rPr>
              <a:t> success </a:t>
            </a:r>
            <a:r>
              <a:rPr lang="it-IT" altLang="it-IT" dirty="0" err="1">
                <a:latin typeface="Bahnschrift" panose="020B0502040204020203" pitchFamily="34" charset="0"/>
              </a:rPr>
              <a:t>means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981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5CDFF7-01CA-B85D-3CBD-D58AD691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Rocket </a:t>
            </a:r>
            <a:r>
              <a:rPr lang="it-IT" dirty="0" err="1"/>
              <a:t>Sizing</a:t>
            </a:r>
            <a:r>
              <a:rPr lang="it-IT" dirty="0"/>
              <a:t> &amp; </a:t>
            </a:r>
            <a:r>
              <a:rPr lang="it-IT" dirty="0" err="1"/>
              <a:t>Constraints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8695F3-11AA-72EB-CF5E-C9E4E0672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 err="1">
                <a:latin typeface="Bahnschrift" panose="020B0502040204020203" pitchFamily="34" charset="0"/>
              </a:rPr>
              <a:t>what</a:t>
            </a:r>
            <a:r>
              <a:rPr lang="it-IT" altLang="it-IT" dirty="0">
                <a:latin typeface="Bahnschrift" panose="020B0502040204020203" pitchFamily="34" charset="0"/>
              </a:rPr>
              <a:t> reality </a:t>
            </a:r>
            <a:r>
              <a:rPr lang="it-IT" altLang="it-IT" dirty="0" err="1">
                <a:latin typeface="Bahnschrift" panose="020B0502040204020203" pitchFamily="34" charset="0"/>
              </a:rPr>
              <a:t>allows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9350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0633E4-5271-F86F-14BF-A5BE96FF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Requirements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CB15A7-28A5-8CD7-59DE-83515EDB6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 err="1">
                <a:latin typeface="Bahnschrift" panose="020B0502040204020203" pitchFamily="34" charset="0"/>
              </a:rPr>
              <a:t>what</a:t>
            </a:r>
            <a:r>
              <a:rPr lang="it-IT" altLang="it-IT" dirty="0">
                <a:latin typeface="Bahnschrift" panose="020B0502040204020203" pitchFamily="34" charset="0"/>
              </a:rPr>
              <a:t> must be </a:t>
            </a:r>
            <a:r>
              <a:rPr lang="it-IT" altLang="it-IT" dirty="0" err="1">
                <a:latin typeface="Bahnschrift" panose="020B0502040204020203" pitchFamily="34" charset="0"/>
              </a:rPr>
              <a:t>achieved</a:t>
            </a:r>
            <a:r>
              <a:rPr lang="it-IT" altLang="it-IT" dirty="0">
                <a:latin typeface="Bahnschrift" panose="020B0502040204020203" pitchFamily="34" charset="0"/>
              </a:rPr>
              <a:t> to </a:t>
            </a:r>
            <a:r>
              <a:rPr lang="it-IT" altLang="it-IT" dirty="0" err="1">
                <a:latin typeface="Bahnschrift" panose="020B0502040204020203" pitchFamily="34" charset="0"/>
              </a:rPr>
              <a:t>finalize</a:t>
            </a:r>
            <a:r>
              <a:rPr lang="it-IT" altLang="it-IT" dirty="0">
                <a:latin typeface="Bahnschrift" panose="020B0502040204020203" pitchFamily="34" charset="0"/>
              </a:rPr>
              <a:t> the goal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546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30202D-8293-518B-9465-4DF17D83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System Architecture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BF856B-BED8-64C2-3211-A43923F0A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 err="1">
                <a:latin typeface="Bahnschrift" panose="020B0502040204020203" pitchFamily="34" charset="0"/>
              </a:rPr>
              <a:t>how</a:t>
            </a:r>
            <a:r>
              <a:rPr lang="it-IT" altLang="it-IT" dirty="0">
                <a:latin typeface="Bahnschrift" panose="020B0502040204020203" pitchFamily="34" charset="0"/>
              </a:rPr>
              <a:t> the system </a:t>
            </a:r>
            <a:r>
              <a:rPr lang="it-IT" altLang="it-IT" dirty="0" err="1">
                <a:latin typeface="Bahnschrift" panose="020B0502040204020203" pitchFamily="34" charset="0"/>
              </a:rPr>
              <a:t>is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partitioned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60946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1F02EB-4242-0D8A-FE27-136B1D92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Design </a:t>
            </a:r>
            <a:r>
              <a:rPr lang="it-IT" dirty="0" err="1"/>
              <a:t>Choices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8C82E2-B05D-E6E0-61B0-FD78929AF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 err="1">
                <a:latin typeface="Bahnschrift" panose="020B0502040204020203" pitchFamily="34" charset="0"/>
              </a:rPr>
              <a:t>how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you</a:t>
            </a:r>
            <a:r>
              <a:rPr lang="it-IT" altLang="it-IT" dirty="0">
                <a:latin typeface="Bahnschrift" panose="020B0502040204020203" pitchFamily="34" charset="0"/>
              </a:rPr>
              <a:t> navigate </a:t>
            </a:r>
            <a:r>
              <a:rPr lang="it-IT" altLang="it-IT" dirty="0" err="1">
                <a:latin typeface="Bahnschrift" panose="020B0502040204020203" pitchFamily="34" charset="0"/>
              </a:rPr>
              <a:t>constraints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3611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D57871-605B-F438-3377-F3F2FD6F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7FBD4E-138E-A724-817D-E79D232B0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 err="1">
                <a:latin typeface="Bahnschrift" panose="020B0502040204020203" pitchFamily="34" charset="0"/>
              </a:rPr>
              <a:t>how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you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predict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behavior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8938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239D5F-CBEA-CAE1-37F0-3F098CD45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Implementation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82540BD-5DB8-9A37-E5F9-948E84081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 err="1">
                <a:latin typeface="Bahnschrift" panose="020B0502040204020203" pitchFamily="34" charset="0"/>
              </a:rPr>
              <a:t>how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you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built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it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97420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AF432F-A3C4-E5F5-8B1A-DE9AE30A6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Hardware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DDD356-80CB-76B3-D97D-8E6EF57D5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1750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792490-FAE8-26DF-D12D-949D874DE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Software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48DDA9-6D2B-A5DD-604D-B3A67C54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01370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914745-BBC7-081D-2681-E6C8A356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2BE56F7-3BB0-D3DA-B0B4-9827293C2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 err="1">
                <a:latin typeface="Bahnschrift" panose="020B0502040204020203" pitchFamily="34" charset="0"/>
              </a:rPr>
              <a:t>what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actually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happened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7785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A87768-F472-18B9-38CB-31C67C247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Next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F3E9BC-C7B2-D54E-B567-465F5DB1D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 err="1">
                <a:latin typeface="Bahnschrift" panose="020B0502040204020203" pitchFamily="34" charset="0"/>
              </a:rPr>
              <a:t>how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you</a:t>
            </a:r>
            <a:r>
              <a:rPr lang="it-IT" altLang="it-IT" dirty="0">
                <a:latin typeface="Bahnschrift" panose="020B0502040204020203" pitchFamily="34" charset="0"/>
              </a:rPr>
              <a:t> </a:t>
            </a:r>
            <a:r>
              <a:rPr lang="it-IT" altLang="it-IT" dirty="0" err="1">
                <a:latin typeface="Bahnschrift" panose="020B0502040204020203" pitchFamily="34" charset="0"/>
              </a:rPr>
              <a:t>improve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21499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154</Words>
  <Application>Microsoft Office PowerPoint</Application>
  <PresentationFormat>Widescreen</PresentationFormat>
  <Paragraphs>37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Bahnschrift</vt:lpstr>
      <vt:lpstr>Tema di Office</vt:lpstr>
      <vt:lpstr>BVEC_II Underwater Image Analysis</vt:lpstr>
      <vt:lpstr>Presentazione standard di PowerPoint</vt:lpstr>
      <vt:lpstr>Concept</vt:lpstr>
      <vt:lpstr>Goals</vt:lpstr>
      <vt:lpstr>Rocket Sizing &amp; Constraints</vt:lpstr>
      <vt:lpstr>Requirements</vt:lpstr>
      <vt:lpstr>System Architecture</vt:lpstr>
      <vt:lpstr>Design Choices</vt:lpstr>
      <vt:lpstr>Model</vt:lpstr>
      <vt:lpstr>Implementation</vt:lpstr>
      <vt:lpstr>Hardware</vt:lpstr>
      <vt:lpstr>Software</vt:lpstr>
      <vt:lpstr>Results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Naranza</dc:creator>
  <cp:lastModifiedBy>Luca Naranza</cp:lastModifiedBy>
  <cp:revision>16</cp:revision>
  <dcterms:created xsi:type="dcterms:W3CDTF">2025-12-12T12:48:08Z</dcterms:created>
  <dcterms:modified xsi:type="dcterms:W3CDTF">2026-01-05T16:24:25Z</dcterms:modified>
</cp:coreProperties>
</file>